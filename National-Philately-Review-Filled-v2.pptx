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6" r:id="rId24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79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1.jpg"/><Relationship Id="rId5" Type="http://schemas.openxmlformats.org/officeDocument/2006/relationships/image" Target="../media/image6.jpg"/><Relationship Id="rId6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(Functional &amp; Non-Functional)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System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&amp; ER Diagrams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&amp; Tech Stack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Design, Frontend &amp; Backend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 Integration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Real-Stamp Data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(100%), Screenshots &amp; Challenges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registration, login and JWT sessions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dashboards: Admin vs Collector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feature: browse, search and manage the stamp catalogue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CRUD via REST APIs (admin only) + image upload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&amp; sort: text, year, decade, range, country, category, theme, series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Community: posts, likes, comments, follows, private profiles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10 auto-earned achievements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Gaps + Stamp Passport computed live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catalogue queries answered in well under 2 seconds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stateless API, Mongo indexes on hot fields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bcrypt hashing, JWT, adminOnly role middleware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responsive Tailwind UI, mobile bottom navigation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MongoDB with a restorable seed (npm run seed)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MVC code, shared taxonomy, no runtime third-party APIs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Testability: 203 API checks, 11 UI flows, 14 browser checks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Context API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Axios, React Router, Tailwind CSS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StampArt SVG fallback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4 REST API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protect, adminOnly, taxonomy validation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image upload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ODM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models, indexes, seeded catalogue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flow from the browser, through Express routes and middleware, to MongoDB - JSON responses and stamp images return along the same path.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path: admin posts a base64 data URL -&gt; magic-byte check -&gt; file in server/public/stamps -&gt; read-only /api/stamps/files. External calls happen only at build time in scripts/fetch-stamps.js (Wikimedia Commons); the running app never calls a third-party API.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Visitor, Collector, Admin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is open without login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write (collect, post, CRUD) &lt;&lt;include&gt;&gt; authenticate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stamp &lt;&lt;include&gt;&gt; taxonomy validation (400 on bad category, theme or country)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routes sit behind the adminOnly middleware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gaps / passport &lt;&lt;extend&gt;&gt; the collection feature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325880" y="2066543"/>
            <a:ext cx="1371600" cy="438912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25880" y="21762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Visitor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281427"/>
            <a:ext cx="22860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2011679"/>
            <a:ext cx="10972" cy="548639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63240" y="187451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154680" y="191566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Browse and search stamps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99796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63240" y="214883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154680" y="218998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View stamp 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27228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63240" y="242316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154680" y="24643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Filter by country, year,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2546604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25880" y="3346704"/>
            <a:ext cx="1371600" cy="438912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325880" y="34564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Collector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3561588"/>
            <a:ext cx="22860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6080" y="3017520"/>
            <a:ext cx="10972" cy="10972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063240" y="288036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154680" y="29215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Register / login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03804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063240" y="315467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54680" y="319582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Build a collection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278124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63240" y="342900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154680" y="347014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Post, like, comment, follow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3552444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063240" y="370332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154680" y="374446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View gaps and passport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382676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063240" y="397763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154680" y="401878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Manage settings and privacy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410108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5880" y="4764023"/>
            <a:ext cx="1371600" cy="438912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325880" y="4873751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7480" y="4978907"/>
            <a:ext cx="22860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26080" y="4572000"/>
            <a:ext cx="10972" cy="822959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063240" y="443484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154680" y="447598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Create, edit, delete stamps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0" y="455828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063240" y="470915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154680" y="475030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Upload stamp image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80" y="483260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063240" y="498347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154680" y="502462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Manage series, users, posts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510692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063240" y="525780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154680" y="529894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View platform stats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0" y="5381244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1:N posts, comments, notifications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N:1 collection N:1 stamp (many-to-many)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N:N follow N:N user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N:1 country, stamp N:1 series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N:N achievement N:N user via UserAchievement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Referenced, not embedded: counts stay live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index on name, person, description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325880" y="1874519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325880" y="1874519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417320" y="1938527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3895" y="227685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name, username, email, password (hash), role, isPrivate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874519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251960" y="1874519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43400" y="1938527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27685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user *, stamp *  (unique pair)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31546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325880" y="3154680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417320" y="321868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Stamp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355701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name, category, theme, country *, series *, year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1546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251960" y="3154680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343400" y="321868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355701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content, user *, stamp *, likes[]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5880" y="443484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325880" y="4434840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417320" y="449884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Follow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53895" y="483717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follower *, following *  (unique pair)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443484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251960" y="4434840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343400" y="449884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UserAchievement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9976" y="483717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user *, achievement *, earnedAt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562356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F8C"/>
                </a:solidFill>
                <a:latin typeface="Calibri"/>
              </a:rPr>
              <a:t>* = foreign key   -   11 models in total (Country, Series, Comment, Notification, Achievement also exist)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186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 / 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Registration, login, JWT sessions, roles, settings, privacy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/login, /register, /settings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(core)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CRUD, taxonomy validation, filters, facets, 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/explore, /stamp/:id, /timeline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 &amp; Series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explorer, detail with timeline, series 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/countries, /countries/:iso2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Posts, likes, comments, follows, saved posts, private 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/community, /profile/:username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Intelligence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 by country and series, stamp passport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/collection/gaps, /collection/passport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stamps, series, users, posts; image upload; stats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/admin, /admin/stamps, /admin/users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 &amp; Badges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alerts, per-event preferences, 10 achievements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/notifications, profile badges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(ODM)  -  JWT &amp; bcryptjs (auth/security)  -  Axios (HTTP client)  -  React Router v6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+ Tailwind CSS  -  dotenv configuration  -  VS Code, npm, Git &amp; GitHub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tooling: scripts/fetch-stamps.js (Wikimedia Commons), e2e-test.js (203 checks), svg-render-test.js, generate-preview.js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screens (14)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Login, Join Free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- continue exploring, trending posts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- filter panel, chips, category tiles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detail - image, story, attribution, related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Countries, Country detail, Timeline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feed, Create post, Saved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- public and private states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gaps (by series / by country)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passport - per-country progress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- profile, interests, privacy, notifications, password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- dashboard, users, stamps, posts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Palette: postal teal/navy, Cambria headings, Inter body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4" name="Picture 13" descr="03-expl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355" y="1929384"/>
            <a:ext cx="2545689" cy="15910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600" y="361187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28090"/>
                </a:solidFill>
                <a:latin typeface="Calibri"/>
              </a:rPr>
              <a:t>Explore - filters, chips, category tiles</a:t>
            </a:r>
          </a:p>
        </p:txBody>
      </p:sp>
      <p:pic>
        <p:nvPicPr>
          <p:cNvPr id="16" name="Picture 15" descr="04-stamp-detai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875" y="1929384"/>
            <a:ext cx="2545689" cy="15910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89120" y="361187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28090"/>
                </a:solidFill>
                <a:latin typeface="Calibri"/>
              </a:rPr>
              <a:t>Stamp detail - image, story, attribution</a:t>
            </a:r>
          </a:p>
        </p:txBody>
      </p:sp>
      <p:pic>
        <p:nvPicPr>
          <p:cNvPr id="18" name="Picture 17" descr="05-gap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0355" y="3986783"/>
            <a:ext cx="2545689" cy="1591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600" y="566927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28090"/>
                </a:solidFill>
                <a:latin typeface="Calibri"/>
              </a:rPr>
              <a:t>Collection gaps</a:t>
            </a:r>
          </a:p>
        </p:txBody>
      </p:sp>
      <p:pic>
        <p:nvPicPr>
          <p:cNvPr id="20" name="Picture 19" descr="06-passpor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875" y="3986783"/>
            <a:ext cx="2545689" cy="15910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89120" y="566927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28090"/>
                </a:solidFill>
                <a:latin typeface="Calibri"/>
              </a:rPr>
              <a:t>Stamp passport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functional components and hooks, React Router v6 with 14 guarded routes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set: Navbar, Footer, StampCard, StampImage, PostCard, CommentSection, CollectionGrid, AchievementBadge, Modal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via Context API - token in localStorage, Axios attaches the bearer token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Two-art layer: real scan in StampImage when stamp.image exists, otherwise deterministic StampArt SVG (hashed from name + year)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links: country / year / series query params arrive from Gaps, Passport, Country Detail and Stamp Detail as dismissible chips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Tailwind layout with bottom navigation on mobile; production build passes (130 modules, ~340 kB JS)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screens: Landing, Login, Register, Home, Explore, Stamp detail, Countries, Country detail, Timeline, Community, Profile, Gaps, Passport, Settings, Admin.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4 server in MVC layout: routes -&gt; middleware -&gt; controllers -&gt; models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controllers, 11 models, one route file per resource; env config through dotenv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protect (JWT), adminOnly (403), centralised error handler carrying status codes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taxonomy.js validates category, theme and region on every write - invalid values return 400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server-side across name, person, theme, description, story and countryName with escaped regex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without extra dependencies: base64 data URL, magic-byte check, 4 MB cap, read-only static mount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compose: country (name / ISO-2), exact year, decade, from-to range, category, theme, series, sort and countOnly.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MongoDB database national_philately, Mongoose schemas for each of the 11 collections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User, Country, Series, Stamp, Collection, Post, Comment, Follow, Notification, Achievement, UserAchievement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via referencing: Stamp -&gt; Country, Stamp -&gt; Series, Collection -&gt; User + Stamp, Post -&gt; Comment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Indexes: text (name, person, description), category+theme, year, series+seriesNumber, viewCount desc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compound keys on Follow and UserAchievement so badges can never be granted twice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data: 12 countries, 7 series, 59 stamps, 6 users, 10 posts, 26 collection items, 18 earned badges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loads data/stamps.json (the resolved Wikimedia catalogue) and fails if any image file is missing - a broken catalogue cannot ship.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4023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/api/auth/register, /api/auth/login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account / issue 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/api/stamps?search=&amp;year=&amp;category=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with composable filters, sort, countOnly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/api/stamps/facets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categories, themes and years for the filter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/api/stamps/:id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detail with country and series populated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 PUT /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/api/stamps[/:id]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CRUD, taxonomy validation (400 on bad input)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/api/stamps/upload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Base64 image -&gt; file, returns /api/stamps/files url (admin)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/api/collection/gaps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stamps grouped by country and by series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/api/collection/passport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Per-country progress, percent, category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/api/users/:username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Profile, collection, posts, achievements, follow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/api/admin/stats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Totals for the admin dashboard (admin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(14 screens)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 + Image Upload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(in-app)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992624"/>
            <a:ext cx="466344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600200"/>
            <a:ext cx="4846320" cy="22402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97280" y="3566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4846320" cy="22402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0" y="3566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- filters and results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886200"/>
            <a:ext cx="4846320" cy="22402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97280" y="5852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- stamps with images and upload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4846320" cy="22402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217920" y="5852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detail - image and attribution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7" name="Picture 16" descr="01-lan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15" y="1655064"/>
            <a:ext cx="2911449" cy="1819656"/>
          </a:xfrm>
          <a:prstGeom prst="rect">
            <a:avLst/>
          </a:prstGeom>
        </p:spPr>
      </p:pic>
      <p:pic>
        <p:nvPicPr>
          <p:cNvPr id="18" name="Picture 17" descr="03-explo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355" y="1655064"/>
            <a:ext cx="2911449" cy="1819656"/>
          </a:xfrm>
          <a:prstGeom prst="rect">
            <a:avLst/>
          </a:prstGeom>
        </p:spPr>
      </p:pic>
      <p:pic>
        <p:nvPicPr>
          <p:cNvPr id="19" name="Picture 18" descr="09-admin-stamp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715" y="3941064"/>
            <a:ext cx="2911449" cy="1819656"/>
          </a:xfrm>
          <a:prstGeom prst="rect">
            <a:avLst/>
          </a:prstGeom>
        </p:spPr>
      </p:pic>
      <p:pic>
        <p:nvPicPr>
          <p:cNvPr id="20" name="Picture 19" descr="04-stamp-detai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5355" y="3941064"/>
            <a:ext cx="2911449" cy="18196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968496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Wikimedia rate-limited the 59 image downloads (HTTP 429, 10-minute ban)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Honour Retry-After with capped backoff, then skip and resume: re-runs only fetch the stragglers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 badges could be granted twice under parallel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compound indexes on Follow / UserAchievement plus a parallel-unlock test asserting one row per badge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Deep-link filters (year + decade, country + year) silently returned partial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query builder that merges year modes and returns an empty set instead of a wrong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upload without adding a multer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Base64 data URL endpoint with magic-byte detection, 4 MB cap and read-only static file serving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size hardcoded in tests broke every time stamps were added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derive expected counts from data/stamps.json and probe every image over HTTP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stamp must never render as a broken image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StampImage falls back to the deterministic StampArt SVG; seed fails loudly if an image file is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for achievements and follows (in-app notifications are complete)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uploads for community posts (stamps already support upload)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Refresh-token flow instead of re-login when the JWT expires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Render / Railway for the API, Netlify / Vercel for the client, MongoDB Atlas for data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pass: focus states, aria labels, colour contrast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user-acceptance testing with real collectors, then final documentation and demo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94436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MongoDB, Express.js, React and Node.js - official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Mongoose ODM guides: schema design, indexes and populated relations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Web Token (RFC 7519) and bcryptjs password hashing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Wikimedia Commons API, image reuse and licence pages for every catalogue entry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v6, Context API, Vite and Tailwind CSS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README: install, seed, test and data-pipeline instructions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e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204" y="384048"/>
            <a:ext cx="105156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572768"/>
            <a:ext cx="1091180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2A2E"/>
                </a:solidFill>
                <a:latin typeface="Cambria"/>
              </a:rPr>
              <a:t>EASWARI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21408"/>
            <a:ext cx="1091180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7A8F8C"/>
                </a:solidFill>
                <a:latin typeface="Calibri"/>
              </a:rPr>
              <a:t>Bharathi Salai, Ramapuram, Chennai – 600 089, Tamil Nadu, 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384" y="2560320"/>
            <a:ext cx="2743200" cy="2743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70048"/>
            <a:ext cx="1091180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0A896"/>
                </a:solidFill>
                <a:latin typeface="Cambria"/>
              </a:rPr>
              <a:t>Department of Computer Science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27248"/>
            <a:ext cx="1091180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1B2A2E"/>
                </a:solidFill>
                <a:latin typeface="Calibri"/>
              </a:rPr>
              <a:t>Subject: </a:t>
            </a:r>
            <a:r>
              <a:rPr sz="1450" b="0" i="0">
                <a:solidFill>
                  <a:srgbClr val="1B2A2E"/>
                </a:solidFill>
                <a:latin typeface="Calibri"/>
              </a:rPr>
              <a:t>Full Stack Development</a:t>
            </a:r>
            <a:r>
              <a:rPr sz="1450" b="1" i="0">
                <a:solidFill>
                  <a:srgbClr val="1B2A2E"/>
                </a:solidFill>
                <a:latin typeface="Calibri"/>
              </a:rPr>
              <a:t>        |        Subject Code: </a:t>
            </a:r>
            <a:r>
              <a:rPr sz="1450" b="0" i="0">
                <a:solidFill>
                  <a:srgbClr val="7A8F8C"/>
                </a:solidFill>
                <a:latin typeface="Calibri"/>
              </a:rPr>
              <a:t>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39312"/>
            <a:ext cx="1091180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B2A2E"/>
                </a:solidFill>
                <a:latin typeface="Cambria"/>
              </a:rPr>
              <a:t>National Philately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98848"/>
            <a:ext cx="1091180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1">
                <a:solidFill>
                  <a:srgbClr val="7A8F8C"/>
                </a:solidFill>
                <a:latin typeface="Calibri"/>
              </a:rPr>
              <a:t>A MERN-Stack Philately Community &amp; Collection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1180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B2A2E"/>
                </a:solidFill>
                <a:latin typeface="Calibri"/>
              </a:rPr>
              <a:t>Submitted by:  </a:t>
            </a:r>
            <a:r>
              <a:rPr sz="1500" b="0" i="0">
                <a:solidFill>
                  <a:srgbClr val="1B2A2E"/>
                </a:solidFill>
                <a:latin typeface="Calibri"/>
              </a:rPr>
              <a:t>Santhosh Raj S</a:t>
            </a:r>
            <a:r>
              <a:rPr sz="1500" b="0" i="0">
                <a:solidFill>
                  <a:srgbClr val="7A8F8C"/>
                </a:solidFill>
                <a:latin typeface="Calibri"/>
              </a:rPr>
              <a:t>      (Roll No: ____________)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1180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B2A2E"/>
                </a:solidFill>
                <a:latin typeface="Calibri"/>
              </a:rPr>
              <a:t>Submitted to:  </a:t>
            </a:r>
            <a:r>
              <a:rPr sz="1500" b="0" i="0">
                <a:solidFill>
                  <a:srgbClr val="1B2A2E"/>
                </a:solidFill>
                <a:latin typeface="Calibri"/>
              </a:rPr>
              <a:t>Divyanjali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82512"/>
            <a:ext cx="1091180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7A8F8C"/>
                </a:solidFill>
                <a:latin typeface="Calibri"/>
              </a:rPr>
              <a:t>Review 1 &amp; 2  |  MERN Stack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1161</Words>
  <Application>Microsoft Office PowerPoint</Application>
  <PresentationFormat>Widescreen</PresentationFormat>
  <Paragraphs>276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lakshmi</cp:lastModifiedBy>
  <cp:revision>2</cp:revision>
  <dcterms:created xsi:type="dcterms:W3CDTF">2026-09-22T17:17:28Z</dcterms:created>
  <dcterms:modified xsi:type="dcterms:W3CDTF">2026-09-28T03:29:44Z</dcterms:modified>
</cp:coreProperties>
</file>