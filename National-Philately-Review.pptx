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761488"/>
            <a:ext cx="2194560" cy="45720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NATIONAL PHILATELY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7D6"/>
                </a:solidFill>
                <a:latin typeface="Calibri"/>
              </a:rPr>
              <a:t>A MERN STACK STAMP CATALOGUE &amp; COLLECTOR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Project Review 2  -  System Design, Build &amp; Demonstration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4B1"/>
                </a:solidFill>
                <a:latin typeface="Calibri"/>
              </a:rPr>
              <a:t>MongoDB  |  Express.js  |  React.js  | 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B1C4"/>
                </a:solidFill>
                <a:latin typeface="Calibri"/>
              </a:rPr>
              <a:t>[Student Name  |  Roll No  |  Batch]      Guide: [Guide Name]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1C4"/>
                </a:solidFill>
                <a:latin typeface="Calibri"/>
              </a:rPr>
              <a:t>59 stamps  -  12 countries  -  7 series  -  203 automated API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A G E N D A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417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563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63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Requirements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Functional &amp; non-functional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59" y="1417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1" y="1563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563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Three-tier client / app /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560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81912" y="2706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06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Use Case &amp; 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Actors, entities,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59" y="2560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1" y="2706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706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Modules &amp; Tech Stack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What each module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703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81912" y="3849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849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UI, Frontend &amp; 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Screens, components,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3703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3849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849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Database &amp; API Integration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11 models, real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846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1912" y="4992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992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Data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59 real stamps from Wikimedia Commons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59" y="4846320"/>
            <a:ext cx="4754880" cy="91440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992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312B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992624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Calibri"/>
              </a:rPr>
              <a:t>Status, Screens &amp; Challenges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692"/>
                </a:solidFill>
                <a:latin typeface="Calibri"/>
              </a:rPr>
              <a:t>Progress, evidence,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R E Q U I R E M E N T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371600"/>
            <a:ext cx="48463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35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2024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User registration, login and JWT sessions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Role-based access: Admin vs Collector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Core feature: browse, search and manage a stamp catalogue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Stamp CRUD via REST APIs (admin only), with image upload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Search, filter &amp; sort: text, year, decade, range, country, category, theme, series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Community: posts, likes, comments, follows, private profiles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Notifications and 10 auto-earned achievements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Collection intelligence: gaps and passport computed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371600"/>
            <a:ext cx="4846320" cy="3840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35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92024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Performance: catalogue and filter queries answered in well under 2 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Security: bcrypt hashing, stateless JWT, role middleware on every admin route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Usability: responsive Tailwind UI, bottom navigation on mobile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Availability: local MongoDB with seeded, restorable data (npm run seed)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Maintainability: MVC layout, shared taxonomy, no runtime third-party APIs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Testability: 203 API checks, 11 UI flows, 14 browser checks in the test suite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S Y S T E M   A R C H I T E C T U R 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600200"/>
            <a:ext cx="3108960" cy="237744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2456" y="1709928"/>
            <a:ext cx="2852928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A5C"/>
                </a:solidFill>
                <a:latin typeface="Calibri"/>
              </a:rPr>
              <a:t>CLIENT TIER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React 18 + Vite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React Router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Context API (auth state)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Axios with bearer token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Tailwind CSS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StampArt SVG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3108960" cy="237744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709928"/>
            <a:ext cx="2852928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A5C"/>
                </a:solidFill>
                <a:latin typeface="Calibri"/>
              </a:rPr>
              <a:t>APPLICATION TIER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Node.js + Express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REST controllers (MVC)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protect / adminOnly middleware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taxonomy validation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base64 image upload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static /api/stamps/files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00200"/>
            <a:ext cx="3108960" cy="237744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1709928"/>
            <a:ext cx="2852928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A5C"/>
                </a:solidFill>
                <a:latin typeface="Calibri"/>
              </a:rPr>
              <a:t>DATA TIER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MongoDB + Mongoose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11 models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text + compound indexes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referenced docs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seeded catalogue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(12 / 7 / 59 / 6)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2606040"/>
            <a:ext cx="274320" cy="36576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0800000">
            <a:off x="7680960" y="2606040"/>
            <a:ext cx="274320" cy="36576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9784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Request flow:  browser -&gt; Axios -&gt; Express route -&gt; middleware (auth, validation) -&gt; controller -&gt; Mongoose -&gt; MongoDB, JSON back along the same path.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Image flow:  admin uploads a base64 data URL -&gt; magic-byte check -&gt; written to server/public/stamps -&gt; served read-only at /api/stamps/files/&lt;file&gt;.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Build-time only:  scripts/fetch-stamps.js talks to the Wikimedia Commons API. The running app makes no external API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U S E   C A S E   D I A G R A M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155448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664207"/>
            <a:ext cx="129844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Visitor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55448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129844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55448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590288"/>
            <a:ext cx="1298448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46304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157276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5819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Browse &amp; search stamps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67335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67335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06240" y="187452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5" y="198424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9933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View stamp detail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08483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208483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228600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5" y="239572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4048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Filter by country /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49631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49631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40" y="269748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5" y="280720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8163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View countries &amp; timeline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90779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290779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3360" y="1645920"/>
            <a:ext cx="27432" cy="1280160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06240" y="292608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5" y="303580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0449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Register / login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13639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3639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06240" y="323469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5" y="334441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35356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Build collection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44500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0" y="344500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206240" y="354330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5" y="365302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36621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Post, like, comment, follow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75361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375361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06240" y="385191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4255" y="396163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97078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See gaps &amp; passport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406222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0" y="406222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206240" y="416052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34255" y="427024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42793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Manage settings &amp; privacy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37083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4800" y="437083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23360" y="3108960"/>
            <a:ext cx="27432" cy="1280160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206240" y="438912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34255" y="449884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5079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Create / edit / delete stamp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459943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0" y="459943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06240" y="469773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34255" y="480745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481660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Upload stamp image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490804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0" y="490804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206240" y="500634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34255" y="511606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0" y="51252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Manage series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521665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14800" y="521665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206240" y="531495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34255" y="542467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80" y="543382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Moderate users &amp; posts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80" y="552526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14800" y="552526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206240" y="5577840"/>
            <a:ext cx="3566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34255" y="568756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" b="1" i="0">
                <a:solidFill>
                  <a:srgbClr val="1B3A5C"/>
                </a:solidFill>
                <a:latin typeface="Calibri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97680" y="56967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3A5C"/>
                </a:solidFill>
                <a:latin typeface="Calibri"/>
              </a:rPr>
              <a:t>View platform stats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68880" y="5788152"/>
            <a:ext cx="1737360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0" y="5788152"/>
            <a:ext cx="109728" cy="12801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23360" y="4572000"/>
            <a:ext cx="27432" cy="1280160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0" y="146304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RELATIONSHIPS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▪  Collector must authenticate before any write (&lt;&lt;include&gt;&gt;).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▪  Create stamp includes taxonomy validation (400 on bad category / theme / country).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▪  Browse is open to anonymous visitors (no login).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▪  View gaps and View passport extend the collection feature.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▪  Admin actions run behind the adminOnly middleware.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E R   D I A G R A M   /   D A T A B A S E   D E S I G 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4708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name, username, email,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password(hash), role, isPrivate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17320"/>
            <a:ext cx="2834640" cy="118872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41732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81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84708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user *, stamp *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(unique pair)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4708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name, category, theme,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country *, series *, year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6324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306324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1272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9300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name, iso2, iso3, flag,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region, currency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70916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470916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7731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3892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name, category, theme,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issuedFrom / To, totalStamps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06324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306324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1272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49300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content, image, user *,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stamp *, likes[]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709160"/>
            <a:ext cx="2834640" cy="118872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70916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7731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3892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post *, user *, content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3063240"/>
            <a:ext cx="2834640" cy="118872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306324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1272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49300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follower *, following *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(unique pair)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709160"/>
            <a:ext cx="2834640" cy="118872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0" y="4709160"/>
            <a:ext cx="2834640" cy="34747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47731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UserAchievement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13892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user *, achievement *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D47"/>
                </a:solidFill>
                <a:latin typeface="Calibri"/>
              </a:rPr>
              <a:t>earnedAt (unique pair)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9436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D47"/>
                </a:solidFill>
                <a:latin typeface="Calibri"/>
              </a:rPr>
              <a:t>Relations:  user 1:N posts/comments  -  user N:1 collection N:1 stamp  -  user N:N follow N:N user  -  stamp N:1 country  -  stamp N:1 series  -  user 1:N notifications  -  user N:N achievement N:N user (UserAchievement)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692"/>
                </a:solidFill>
                <a:latin typeface="Calibri"/>
              </a:rPr>
              <a:t>Design notes:  referenced (not embedded) for country / series / stamp so counts stay live;  * marks a foreign key;  Notification and Achievement models omitted from the drawing for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M O D U L E   D E S C R I P T I O 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17320" y="1463040"/>
          <a:ext cx="1024128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120640"/>
                <a:gridCol w="24688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functions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Routes / pages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User Management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Registration, login, JWT sessions, roles, settings, privacy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/login, /register, /settings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Catalogue (core)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Stamp CRUD, taxonomy validation, filters, facets, timeline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/explore, /stamp/:id, /timeline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Countries &amp; Series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Country explorer, detail with timeline, series detail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/countries, /countries/:iso2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Posts, likes, comments, follows, saved posts, private profiles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/community, /profile/:username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Collection Intelligence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Collection gaps by country/series, stamp passport pages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/collection/gaps, /collection/passport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Manage stamps, series, users, posts; image upload; stats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/admin, /admin/stamps, /admin/users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3D47"/>
                          </a:solidFill>
                          <a:latin typeface="Calibri"/>
                        </a:rPr>
                        <a:t>Notifications &amp; Badges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In-app alerts, per-event preferences, 10 achievements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D47"/>
                          </a:solidFill>
                          <a:latin typeface="Calibri"/>
                        </a:rPr>
                        <a:t>/notifications, badges in profile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T E C H N O L O G Y   S T A C 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554480"/>
            <a:ext cx="20116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MongoDB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7D6"/>
                </a:solidFill>
                <a:latin typeface="Calibri"/>
              </a:rPr>
              <a:t>NoSQL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54480"/>
            <a:ext cx="20116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Express.js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7D6"/>
                </a:solidFill>
                <a:latin typeface="Calibri"/>
              </a:rPr>
              <a:t>Backend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554480"/>
            <a:ext cx="20116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React.js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7D6"/>
                </a:solidFill>
                <a:latin typeface="Calibri"/>
              </a:rPr>
              <a:t>Frontend library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554480"/>
            <a:ext cx="20116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828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Node.js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7D6"/>
                </a:solidFill>
                <a:latin typeface="Calibri"/>
              </a:rPr>
              <a:t>Runtime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1554480"/>
            <a:ext cx="201168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82880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Vite + Tailwind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7D6"/>
                </a:solidFill>
                <a:latin typeface="Calibri"/>
              </a:rPr>
              <a:t>Build &amp; styling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8328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SUPPORTING TOOLS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Mongoose ODM for schema &amp; validation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JWT + bcryptjs for auth and password hashing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Axios on the client, native fetch in tests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React Router v6 for client-side routing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Postman for manual API checks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Git / GitHub for version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BUILD-TIME TOOLING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scripts/fetch-stamps.js - Wikimedia Commons fetch + validate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svg-render-test.js - deterministic StampArt assertions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e2e-test.js - 203 API checks against a live server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Playwright-style CDP scripts for UI flows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generate-preview.js - stamp contact sheet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U I   D E S I G N   /   S C R E E N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49377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KEY SCREENS (14)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Landing, Login, Join Free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Home - continue exploring, trending posts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Explore - filter panel, chips, category tiles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Stamp Detail - image, story, attribution, related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Countries + Country Detail + Timeline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Community feed, Create Post, Saved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Profile - public and private states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Collection Gaps (by series / country)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Stamp Passport - per-country progress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Settings - profile, interests, privacy, notifications, password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Admin - dashboard, users, stamps,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3949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692"/>
                </a:solidFill>
                <a:latin typeface="Calibri"/>
              </a:rPr>
              <a:t>Design notes:  postal cream/navy palette, Inter + Playfair type, responsive grid with bottom navigation below the md breakpoint, dismissible deep-link filter chips.</a:t>
            </a:r>
          </a:p>
        </p:txBody>
      </p:sp>
      <p:pic>
        <p:nvPicPr>
          <p:cNvPr id="10" name="Picture 9" descr="01-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937760" cy="3086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4526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Calibri"/>
              </a:rPr>
              <a:t>Landing page</a:t>
            </a:r>
          </a:p>
        </p:txBody>
      </p:sp>
      <p:pic>
        <p:nvPicPr>
          <p:cNvPr id="12" name="Picture 11" descr="03-expl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846320"/>
            <a:ext cx="2377440" cy="1485900"/>
          </a:xfrm>
          <a:prstGeom prst="rect">
            <a:avLst/>
          </a:prstGeom>
        </p:spPr>
      </p:pic>
      <p:pic>
        <p:nvPicPr>
          <p:cNvPr id="13" name="Picture 12" descr="11-setting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846320"/>
            <a:ext cx="237744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F R O N T E N D   D E V E L O P M E N 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React 18 functional components + hooks only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React Router v6: 14 routes, guarded by auth and role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Context API for the auth session (token in localStorage)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Axios wrapper attaches the bearer token and normalises errors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Reusable UI: Navbar, StampCard, StampImage, PostCard, CollectionGrid, AchievementBadge, Modal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Two-art layer: StampImage shows the real scan when present, otherwise deterministic StampArt 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StampArt renders a 100% procedural SVG stamp: perforated edge, guilloche panel, colour by category, emblem by theme - hashed from name + year so output is deterministic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Deep links: country / year / series query params from Gaps, Passport, Country Detail and Stamp Detail, rendered as dismissible chips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Responsive Tailwind build, no CSS framework lock-in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Production build passes: 130 modules, ~340 kB JS bundle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B A C K E N D   D E V E L O P M E N 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Express 4 server, MVC layout: routes -&gt; middleware -&gt; controllers -&gt; models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9 controllers, 11 models, one route file per resource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Auth middleware: protect (JWT) and adminOnly (403)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Centralised error handler: status codes travel with the message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Single taxonomy module validates category / theme / region on every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Search built server-side: name, person, theme, description, story, countryName with escaped regex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Filters compose: country, exact year, decade, from/to range, category, theme, series, sort, countOnly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Image upload without extra dependencies: base64 data URL validated by magic bytes, 4 MB cap, stored under public/stamps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Read-only static mount for images with dotfiles denied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333D47"/>
                </a:solidFill>
                <a:latin typeface="Calibri"/>
              </a:rPr>
              <a:t>▪  Config via .env (dotenv); no secrets in the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D A T A B A S E   I N T E G R A T I O 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COLLECTIONS (11 MODELS)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User, Country, Series, Stamp, Collection, Post, Comment, Follow, Notification, Achievement, UserAchievement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INDEXES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text index: name, person, description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category + theme, year, series + seriesNumber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viewCount descending for Popular sorting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D47"/>
                </a:solidFill>
                <a:latin typeface="Calibri"/>
              </a:rPr>
              <a:t>▪  unique compound keys on Follow and UserAchievement (race-safe badges)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2062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SEEDED DATA (npm run seed)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12 countries  -  7 series  -  59 stamps  -  6 users  -  10 posts  -  26 collection items  -  18 earned badges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A8692"/>
                </a:solidFill>
                <a:latin typeface="Calibri"/>
              </a:rPr>
              <a:t>Seed loads data/stamps.json, the resolved Wikimedia catalogue, and fails loudly if any image file is missing.</a:t>
            </a:r>
          </a:p>
        </p:txBody>
      </p:sp>
      <p:pic>
        <p:nvPicPr>
          <p:cNvPr id="10" name="Picture 9" descr="12-contact-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3028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120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A5C"/>
                </a:solidFill>
                <a:latin typeface="Calibri"/>
              </a:rPr>
              <a:t>stamp-preview.html - contact sheet of all 59 stamps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A P I   D E V E L O P M E N 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17320" y="1371600"/>
          <a:ext cx="10241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/api/auth/register | login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Create account / issue JWT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/api/stamps?search=&amp;year=&amp;category=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Catalogue with composable filters, sort, countOnly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/api/stamps/facets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Distinct categories, themes, years for the filter UI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/api/stamps/:id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Stamp detail with country + series populated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POST | PUT | DELETE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/api/stamps[/:id]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Admin CRUD with taxonomy validation (400 on bad input)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/api/stamps/upload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Base64 image -&gt; file, returns /api/stamps/files url (admin)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/api/collection/gaps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Missing stamps grouped by country and by series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/api/collection/passport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Per-country progress, percent, category coverage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/api/users/:username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Profile, collection, posts, achievements, follow state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D4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/api/admin/stats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Totals for the admin dashboard (admin only)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R E A L - S T A M P   D A T A   P I P E L I N 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554480"/>
            <a:ext cx="2468880" cy="146304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5" y="1664207"/>
            <a:ext cx="221284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1. MANIFEST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stamp-manifest.json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59 pinned entries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every field curated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2103120"/>
            <a:ext cx="228600" cy="32004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60" y="1554480"/>
            <a:ext cx="2468880" cy="146304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1664207"/>
            <a:ext cx="221284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2. FETCH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scripts/fetch-stamps.js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Commons API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resume, backoff on 429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37960" y="2103120"/>
            <a:ext cx="228600" cy="32004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1554480"/>
            <a:ext cx="2468880" cy="1463040"/>
          </a:xfrm>
          <a:prstGeom prst="roundRect">
            <a:avLst/>
          </a:prstGeom>
          <a:solidFill>
            <a:srgbClr val="F6F1E7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1664207"/>
            <a:ext cx="221284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3. VALIDATE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enum, countries, themes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gandhi / space invariants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59 / 59 pass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35440" y="2103120"/>
            <a:ext cx="228600" cy="32004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0" y="1554480"/>
            <a:ext cx="2468880" cy="146304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D9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1664207"/>
            <a:ext cx="221284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4. SEED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data/stamps.json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-&gt; Mongoose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D47"/>
                </a:solidFill>
                <a:latin typeface="Calibri"/>
              </a:rPr>
              <a:t>image files on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8328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2312B"/>
                </a:solidFill>
                <a:latin typeface="Calibr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Every stamp is a real scan from Wikimedia Commons with its Commons page, designer credit and licence shown on the detail page.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No random placeholders: the catalogue is pinned, not discovered at runtime, so the demo is reproducible.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Wikimedia rate-limits hard (HTTP 429, 10-minute hint) - the fetcher honours Retry-After, skips and resumes from disk on the next run.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Missing image file at seed time = hard failure, so a broken catalogue can never ship silently.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D47"/>
                </a:solidFill>
                <a:latin typeface="Calibri"/>
              </a:rPr>
              <a:t>▪  Generated StampArt remains the fallback for any stamp without an image, and is covered by its own SVG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M O D U L E - W I S E   I M P L E M E N T A T I O N   S T A T U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7218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User 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481328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1481328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147218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5681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Frontend UI (14 screens)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965960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965960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9568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414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Backend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450592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2450592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24414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26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Database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935224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2935224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926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41071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Admin Module + Image Upload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3419856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3419856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3410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8953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Collection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3904488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3904488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389534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3799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Testing (API / UI / SVG)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4389120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4389120"/>
            <a:ext cx="512064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437997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864607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Notifications (in-app)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4873752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2080" y="4873752"/>
            <a:ext cx="4352544" cy="274320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4864607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85%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349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Email Notifications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5358384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12080" y="5358384"/>
            <a:ext cx="1024128" cy="274320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53492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8338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Deployment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5843016"/>
            <a:ext cx="5120640" cy="274320"/>
          </a:xfrm>
          <a:prstGeom prst="rect">
            <a:avLst/>
          </a:prstGeom>
          <a:solidFill>
            <a:srgbClr val="E7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12080" y="5843016"/>
            <a:ext cx="512064" cy="274320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58338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D47"/>
                </a:solidFill>
                <a:latin typeface="Calibri"/>
              </a:rPr>
              <a:t>10%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6080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692"/>
                </a:solidFill>
                <a:latin typeface="Calibri"/>
              </a:rPr>
              <a:t>Evidence: 203 API checks, 11 UI flow checks, 14 browser checks and the StampArt SVG suite all pass on the current build.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S C R E E N S H O T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pic>
        <p:nvPicPr>
          <p:cNvPr id="8" name="Picture 7" descr="03-expl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41732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9928" y="1188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Calibri"/>
              </a:rPr>
              <a:t>Explore - filters, chips, category tiles</a:t>
            </a:r>
          </a:p>
        </p:txBody>
      </p:sp>
      <p:pic>
        <p:nvPicPr>
          <p:cNvPr id="10" name="Picture 9" descr="04-stamp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417320"/>
            <a:ext cx="3566160" cy="2228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0568" y="1188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Calibri"/>
              </a:rPr>
              <a:t>Stamp Detail - image, story, attribution</a:t>
            </a:r>
          </a:p>
        </p:txBody>
      </p:sp>
      <p:pic>
        <p:nvPicPr>
          <p:cNvPr id="12" name="Picture 11" descr="05-ga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8" y="4023360"/>
            <a:ext cx="3566160" cy="2228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09928" y="3794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Calibri"/>
              </a:rPr>
              <a:t>Collection Gaps - what is missing</a:t>
            </a:r>
          </a:p>
        </p:txBody>
      </p:sp>
      <p:pic>
        <p:nvPicPr>
          <p:cNvPr id="14" name="Picture 13" descr="09-admin-stam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4023360"/>
            <a:ext cx="3566160" cy="2228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30568" y="3794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Calibri"/>
              </a:rPr>
              <a:t>Admin - stamp table with images &amp; upload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C H A L L E N G E S   F A C E D   &amp;   S O L U T I O N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17320" y="1371600"/>
          <a:ext cx="102412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5943600"/>
              </a:tblGrid>
              <a:tr h="65836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Solution adopted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Wikimedia returned HTTP 429 with a 10-minute ban while downloading 59 images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Honour Retry-After, cap backoff, skip and resume from disk; re-runs fetch only the stragglers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Achievement badges could unlock twice under parallel requests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Unique compound indexes on Follow / UserAchievement + parallel-unlock test asserting one row per badge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Deep-link filters (year + decade, country + year) silently returned partial results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Single buildQuery that merges year modes and returns an empty set instead of a wrong one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No multer dependency for image upload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Base64 data URL endpoint with magic-byte detection, 4 MB cap, read-only static file serving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Catalogue size hardcoded in tests kept breaking when stamps were added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Tests derive expected counts from data/stamps.json and probe every image over HTTP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Stamp images must never render as a broken box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D47"/>
                          </a:solidFill>
                          <a:latin typeface="Calibri"/>
                        </a:rPr>
                        <a:t>StampImage falls back to deterministic StampArt SVG; seed fails if an image file is missing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R E M A I N I N G   W O R K   &amp;   P L A 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Email notifications for achievements and follows (in-app is done)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Image uploads for community posts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Refresh-token flow instead of re-login on JWT expiry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Deploy: Render / Railway for the API, Netlify / Vercel for the client, MongoDB Atlas for data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Integration and user-acceptance testing with real collectors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Accessibility pass: focus states, aria labels, colour contrast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Optional: MongoDB aggregation for richer stats on the admin dashboard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Final documentation, slide deck and demo script for the viva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333D47"/>
                </a:solidFill>
                <a:latin typeface="Calibri"/>
              </a:rPr>
              <a:t>▪  Repo hygiene: README, screenshots, seed instructions already in 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9D3DD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5C"/>
                </a:solidFill>
                <a:latin typeface="Calibri"/>
              </a:rPr>
              <a:t>R E F E R E N C E 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024128"/>
            <a:ext cx="1463040" cy="41148"/>
          </a:xfrm>
          <a:prstGeom prst="rect">
            <a:avLst/>
          </a:prstGeom>
          <a:solidFill>
            <a:srgbClr val="C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D9D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692"/>
                </a:solidFill>
                <a:latin typeface="Calibri"/>
              </a:rPr>
              <a:t>Review 2  |  National Philately -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17320" y="1463040"/>
          <a:ext cx="102412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50976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2296" marR="54864" marT="36576" marB="36576" anchor="ctr"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MongoDB, Express.js, React, Node.js - official documentation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Mongoose ODM guides: schema design, indexes, populated relations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JSON Web Token (RFC 7519) and bcryptjs password hashing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Wikimedia Commons API, image reuse and licence pages for every catalogue entry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React Router v6, Context API and Vite build documentation</a:t>
                      </a:r>
                    </a:p>
                  </a:txBody>
                  <a:tcPr marL="82296" marR="54864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D47"/>
                          </a:solidFill>
                          <a:latin typeface="Calibri"/>
                        </a:rPr>
                        <a:t>Tailwind CSS documentation and the project README (build, seed, test instructions)</a:t>
                      </a:r>
                    </a:p>
                  </a:txBody>
                  <a:tcPr marL="82296" marR="54864" marT="36576" marB="36576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417320" y="512064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692"/>
                </a:solidFill>
                <a:latin typeface="Calibri"/>
              </a:rPr>
              <a:t>Every stamp image links back to its Wikimedia Commons file page; credit and licence are displayed on the stamp detail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